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1" r:id="rId1"/>
  </p:sldMasterIdLst>
  <p:sldIdLst>
    <p:sldId id="256" r:id="rId2"/>
    <p:sldId id="260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l-PL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l-PL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l-PL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l-PL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l-PL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l-PL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l-PL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l-PL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l-PL"/>
              <a:t>Kliknij, aby edytować styl wzorca podtytułu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52921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33680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51529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69482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12/10/2025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10094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51348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12/10/2025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800582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33179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38452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ytuł i po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3051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ferta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4501162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rta naz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52169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rta nazwy cytat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75728706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awda lub fał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55858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838725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270776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l-PL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l-PL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l-PL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l-PL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l-PL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l-PL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l-PL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l-PL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1BA835-12AC-4E8F-955A-EA3F4DE2791F}" type="datetime1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0560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  <p:sldLayoutId id="2147483714" r:id="rId13"/>
    <p:sldLayoutId id="2147483715" r:id="rId14"/>
    <p:sldLayoutId id="2147483716" r:id="rId15"/>
    <p:sldLayoutId id="2147483717" r:id="rId16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81FA56A-F09B-3B9F-0014-674B692926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78171" y="723129"/>
            <a:ext cx="5361254" cy="2705871"/>
          </a:xfrm>
        </p:spPr>
        <p:txBody>
          <a:bodyPr>
            <a:normAutofit/>
          </a:bodyPr>
          <a:lstStyle/>
          <a:p>
            <a:pPr algn="l"/>
            <a:r>
              <a:rPr lang="pl-PL" sz="2400" dirty="0" err="1"/>
              <a:t>Traffic</a:t>
            </a:r>
            <a:r>
              <a:rPr lang="pl-PL" sz="2400" dirty="0"/>
              <a:t> </a:t>
            </a:r>
            <a:r>
              <a:rPr lang="pl-PL" sz="2400" dirty="0" err="1"/>
              <a:t>Sign</a:t>
            </a:r>
            <a:r>
              <a:rPr lang="pl-PL" sz="2400" dirty="0"/>
              <a:t> </a:t>
            </a:r>
            <a:r>
              <a:rPr lang="pl-PL" sz="2400" dirty="0" err="1"/>
              <a:t>Recognition</a:t>
            </a:r>
            <a:r>
              <a:rPr lang="pl-PL" sz="2400" dirty="0"/>
              <a:t> – rozróżnianie znaków drogowych</a:t>
            </a:r>
            <a:br>
              <a:rPr lang="pl-PL" sz="2000" dirty="0"/>
            </a:br>
            <a:br>
              <a:rPr lang="pl-PL" sz="2000" dirty="0"/>
            </a:br>
            <a:endParaRPr lang="pl-PL" dirty="0"/>
          </a:p>
        </p:txBody>
      </p:sp>
      <p:pic>
        <p:nvPicPr>
          <p:cNvPr id="4" name="Picture 3" descr="Niskokątny widok chmur na niebie">
            <a:extLst>
              <a:ext uri="{FF2B5EF4-FFF2-40B4-BE49-F238E27FC236}">
                <a16:creationId xmlns:a16="http://schemas.microsoft.com/office/drawing/2014/main" id="{901CCD35-2706-6E9E-E4FF-84DBE2F7679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549" r="26984" b="-1"/>
          <a:stretch>
            <a:fillRect/>
          </a:stretch>
        </p:blipFill>
        <p:spPr>
          <a:xfrm>
            <a:off x="1" y="10"/>
            <a:ext cx="4876799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4670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2A7456F-8CAE-E673-EDEF-EC1F6E112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l-PL" dirty="0"/>
              <a:t>Cel projektu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DB57C53-FD06-BC9E-BA6B-CCD9CB651C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3685116" cy="3880773"/>
          </a:xfrm>
        </p:spPr>
        <p:txBody>
          <a:bodyPr/>
          <a:lstStyle/>
          <a:p>
            <a:pPr marL="0" indent="0">
              <a:buNone/>
            </a:pPr>
            <a:r>
              <a:rPr lang="pl-PL" dirty="0"/>
              <a:t>Celem projektu jest porównanie wydajności modelu przed i po optymalizacji przy zachowaniu dokładności na poziomie 90%.</a:t>
            </a:r>
          </a:p>
        </p:txBody>
      </p:sp>
      <p:pic>
        <p:nvPicPr>
          <p:cNvPr id="7" name="Obraz 6">
            <a:extLst>
              <a:ext uri="{FF2B5EF4-FFF2-40B4-BE49-F238E27FC236}">
                <a16:creationId xmlns:a16="http://schemas.microsoft.com/office/drawing/2014/main" id="{A3CBD8ED-C190-9560-9079-C021F0D60F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4733" y="1930400"/>
            <a:ext cx="4029637" cy="3562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9677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braz 5">
            <a:extLst>
              <a:ext uri="{FF2B5EF4-FFF2-40B4-BE49-F238E27FC236}">
                <a16:creationId xmlns:a16="http://schemas.microsoft.com/office/drawing/2014/main" id="{25924C99-E571-D04F-BF7F-C235B1DECF9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" b="10454"/>
          <a:stretch>
            <a:fillRect/>
          </a:stretch>
        </p:blipFill>
        <p:spPr>
          <a:xfrm>
            <a:off x="657225" y="1087194"/>
            <a:ext cx="3133725" cy="3761032"/>
          </a:xfrm>
          <a:custGeom>
            <a:avLst/>
            <a:gdLst/>
            <a:ahLst/>
            <a:cxnLst/>
            <a:rect l="l" t="t" r="r" b="b"/>
            <a:pathLst>
              <a:path w="4671437" h="4236855">
                <a:moveTo>
                  <a:pt x="630049" y="0"/>
                </a:moveTo>
                <a:lnTo>
                  <a:pt x="4671437" y="0"/>
                </a:lnTo>
                <a:lnTo>
                  <a:pt x="4671437" y="1"/>
                </a:lnTo>
                <a:lnTo>
                  <a:pt x="3814017" y="1"/>
                </a:lnTo>
                <a:lnTo>
                  <a:pt x="3181159" y="4236855"/>
                </a:lnTo>
                <a:lnTo>
                  <a:pt x="0" y="4236855"/>
                </a:lnTo>
                <a:close/>
              </a:path>
            </a:pathLst>
          </a:custGeom>
        </p:spPr>
      </p:pic>
      <p:sp>
        <p:nvSpPr>
          <p:cNvPr id="2" name="Tytuł 1">
            <a:extLst>
              <a:ext uri="{FF2B5EF4-FFF2-40B4-BE49-F238E27FC236}">
                <a16:creationId xmlns:a16="http://schemas.microsoft.com/office/drawing/2014/main" id="{D0468EDD-737E-9AB2-3C0E-1447A70CF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9225" y="609600"/>
            <a:ext cx="5114776" cy="1320800"/>
          </a:xfrm>
        </p:spPr>
        <p:txBody>
          <a:bodyPr>
            <a:normAutofit/>
          </a:bodyPr>
          <a:lstStyle/>
          <a:p>
            <a:r>
              <a:rPr lang="pl-PL" dirty="0" err="1"/>
              <a:t>Pipline</a:t>
            </a:r>
            <a:r>
              <a:rPr lang="pl-PL" dirty="0"/>
              <a:t> eksperymentu</a:t>
            </a:r>
            <a:endParaRPr lang="pl-PL"/>
          </a:p>
        </p:txBody>
      </p:sp>
      <p:sp>
        <p:nvSpPr>
          <p:cNvPr id="22" name="Isosceles Triangle 30">
            <a:extLst>
              <a:ext uri="{FF2B5EF4-FFF2-40B4-BE49-F238E27FC236}">
                <a16:creationId xmlns:a16="http://schemas.microsoft.com/office/drawing/2014/main" id="{B09A8B04-373D-40BD-9442-2D3540D3CF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5028193-7250-4674-AA37-E9040429AE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12887" y="4236854"/>
            <a:ext cx="326396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FA686FE-9613-B59E-6E2B-ECF6A5573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59225" y="2160589"/>
            <a:ext cx="5114776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l-PL" dirty="0"/>
              <a:t>Etap 1: Przygotowanie danych</a:t>
            </a:r>
          </a:p>
          <a:p>
            <a:r>
              <a:rPr lang="pl-PL" dirty="0" err="1"/>
              <a:t>Dataset</a:t>
            </a:r>
            <a:r>
              <a:rPr lang="pl-PL" dirty="0"/>
              <a:t>: </a:t>
            </a:r>
            <a:r>
              <a:rPr lang="en-US" dirty="0"/>
              <a:t>GTSRB</a:t>
            </a:r>
            <a:r>
              <a:rPr lang="pl-PL" dirty="0"/>
              <a:t>(</a:t>
            </a:r>
            <a:r>
              <a:rPr lang="pl-PL" dirty="0" err="1"/>
              <a:t>More</a:t>
            </a:r>
            <a:r>
              <a:rPr lang="pl-PL" dirty="0"/>
              <a:t> </a:t>
            </a:r>
            <a:r>
              <a:rPr lang="pl-PL" dirty="0" err="1"/>
              <a:t>than</a:t>
            </a:r>
            <a:r>
              <a:rPr lang="pl-PL" dirty="0"/>
              <a:t> 40 </a:t>
            </a:r>
            <a:r>
              <a:rPr lang="pl-PL" dirty="0" err="1"/>
              <a:t>classes</a:t>
            </a:r>
            <a:r>
              <a:rPr lang="pl-PL" dirty="0"/>
              <a:t> and </a:t>
            </a:r>
            <a:r>
              <a:rPr lang="pl-PL" dirty="0" err="1"/>
              <a:t>more</a:t>
            </a:r>
            <a:r>
              <a:rPr lang="pl-PL" dirty="0"/>
              <a:t> </a:t>
            </a:r>
            <a:r>
              <a:rPr lang="pl-PL" dirty="0" err="1"/>
              <a:t>than</a:t>
            </a:r>
            <a:r>
              <a:rPr lang="pl-PL" dirty="0"/>
              <a:t> 50,000 </a:t>
            </a:r>
            <a:r>
              <a:rPr lang="pl-PL" dirty="0" err="1"/>
              <a:t>images</a:t>
            </a:r>
            <a:r>
              <a:rPr lang="pl-PL" dirty="0"/>
              <a:t>)</a:t>
            </a:r>
          </a:p>
          <a:p>
            <a:r>
              <a:rPr lang="pl-PL" dirty="0"/>
              <a:t>Normalizacja i standaryzacja obrazów</a:t>
            </a:r>
          </a:p>
          <a:p>
            <a:r>
              <a:rPr lang="pl-PL" dirty="0"/>
              <a:t>Podział na zbiór treningowy, walidacyjny i testowy</a:t>
            </a:r>
          </a:p>
          <a:p>
            <a:endParaRPr lang="pl-PL" b="1" dirty="0"/>
          </a:p>
          <a:p>
            <a:pPr marL="0" indent="0">
              <a:buNone/>
            </a:pPr>
            <a:endParaRPr lang="pl-PL" b="1" dirty="0"/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6288630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9950275-590C-4D85-0D0A-69FD0D308B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63884" y="1563060"/>
            <a:ext cx="4504805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l-PL" dirty="0"/>
              <a:t>Etap 2: Trening </a:t>
            </a:r>
          </a:p>
          <a:p>
            <a:r>
              <a:rPr lang="pl-PL" dirty="0"/>
              <a:t> Trening modelu MobileNetV2 na GPU</a:t>
            </a:r>
          </a:p>
          <a:p>
            <a:r>
              <a:rPr lang="pl-PL" dirty="0"/>
              <a:t>Fine-</a:t>
            </a:r>
            <a:r>
              <a:rPr lang="pl-PL" dirty="0" err="1"/>
              <a:t>tuning</a:t>
            </a:r>
            <a:endParaRPr lang="pl-PL" dirty="0"/>
          </a:p>
          <a:p>
            <a:r>
              <a:rPr lang="pl-PL" dirty="0"/>
              <a:t>Kwantyzacja</a:t>
            </a:r>
          </a:p>
          <a:p>
            <a:r>
              <a:rPr lang="pl-PL" dirty="0"/>
              <a:t>Porównanie wyników</a:t>
            </a:r>
          </a:p>
          <a:p>
            <a:endParaRPr lang="pl-PL" dirty="0"/>
          </a:p>
          <a:p>
            <a:pPr marL="0" indent="0">
              <a:buNone/>
            </a:pPr>
            <a:r>
              <a:rPr lang="pl-PL" dirty="0"/>
              <a:t>Metryki:</a:t>
            </a:r>
          </a:p>
          <a:p>
            <a:r>
              <a:rPr lang="pl-PL" dirty="0" err="1"/>
              <a:t>Accuracy</a:t>
            </a:r>
            <a:endParaRPr lang="pl-PL" dirty="0"/>
          </a:p>
          <a:p>
            <a:r>
              <a:rPr lang="pl-PL" dirty="0"/>
              <a:t>Rozmiar</a:t>
            </a:r>
          </a:p>
        </p:txBody>
      </p:sp>
      <p:pic>
        <p:nvPicPr>
          <p:cNvPr id="5" name="Picture 4" descr="Kettlebells na podłogę">
            <a:extLst>
              <a:ext uri="{FF2B5EF4-FFF2-40B4-BE49-F238E27FC236}">
                <a16:creationId xmlns:a16="http://schemas.microsoft.com/office/drawing/2014/main" id="{4897FEFF-5066-C78C-7548-DC2BD71E065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5754" r="1736" b="-2"/>
          <a:stretch>
            <a:fillRect/>
          </a:stretch>
        </p:blipFill>
        <p:spPr>
          <a:xfrm>
            <a:off x="20" y="-1"/>
            <a:ext cx="539494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3BCB5F6A-9EB0-40B0-9D13-3023E9A20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83A4A850-9846-3A29-E8FA-E3B8A61FBF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181" y="2147707"/>
            <a:ext cx="3982260" cy="2562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118459"/>
      </p:ext>
    </p:extLst>
  </p:cSld>
  <p:clrMapOvr>
    <a:masterClrMapping/>
  </p:clrMapOvr>
</p:sld>
</file>

<file path=ppt/theme/theme1.xml><?xml version="1.0" encoding="utf-8"?>
<a:theme xmlns:a="http://schemas.openxmlformats.org/drawingml/2006/main" name="Faseta">
  <a:themeElements>
    <a:clrScheme name="Fase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s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s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45</TotalTime>
  <Words>79</Words>
  <Application>Microsoft Office PowerPoint</Application>
  <PresentationFormat>Panoramiczny</PresentationFormat>
  <Paragraphs>18</Paragraphs>
  <Slides>4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4</vt:i4>
      </vt:variant>
    </vt:vector>
  </HeadingPairs>
  <TitlesOfParts>
    <vt:vector size="8" baseType="lpstr">
      <vt:lpstr>Arial</vt:lpstr>
      <vt:lpstr>Trebuchet MS</vt:lpstr>
      <vt:lpstr>Wingdings 3</vt:lpstr>
      <vt:lpstr>Faseta</vt:lpstr>
      <vt:lpstr>Traffic Sign Recognition – rozróżnianie znaków drogowych  </vt:lpstr>
      <vt:lpstr>Cel projektu</vt:lpstr>
      <vt:lpstr>Pipline eksperymentu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Szymon Waga</dc:creator>
  <cp:lastModifiedBy>Szymon Waga</cp:lastModifiedBy>
  <cp:revision>4</cp:revision>
  <dcterms:created xsi:type="dcterms:W3CDTF">2025-11-06T17:49:09Z</dcterms:created>
  <dcterms:modified xsi:type="dcterms:W3CDTF">2025-12-10T16:40:30Z</dcterms:modified>
</cp:coreProperties>
</file>